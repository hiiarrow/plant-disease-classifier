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Attention-Gated Lightweight Neural Networks &amp; XAI for 38-Class Foliar Disease Diagnosis</a:t>
            </a:r>
          </a:p>
          <a:p>
            <a:pPr>
              <a:spcAft>
                <a:spcPts val="2800"/>
              </a:spcAft>
              <a:defRPr sz="1800">
                <a:solidFill>
                  <a:srgbClr val="A8DAB5"/>
                </a:solidFill>
                <a:latin typeface="Calibri"/>
              </a:defRPr>
            </a:pPr>
            <a:r>
              <a:t>Novel Spatial-Channel Attention (CBAM), Grad-CAM Visual Attribution, &amp; Energy-Based OOD Safety Filtering</a:t>
            </a:r>
          </a:p>
          <a:p>
            <a:pPr>
              <a:defRPr sz="1300">
                <a:solidFill>
                  <a:srgbClr val="C8D2E1"/>
                </a:solidFill>
                <a:latin typeface="Calibri"/>
              </a:defRPr>
            </a:pPr>
            <a:r>
              <a:t>Architecture: Attention-MobileNetV3 | Dataset: PlantVillage (14 Crops, 38 Classes, 54.3k Images) | UI: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41"/>
                </a:solidFill>
                <a:latin typeface="Calibri"/>
              </a:defRPr>
            </a:pPr>
            <a:r>
              <a:t>ATTENTION-GATED DL &amp; XAI PLANT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Research Motivation &amp; Field AI Bottlenecks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BACKGROUND NOISE INTERFERENCE</a:t>
            </a:r>
          </a:p>
          <a:p>
            <a:pPr>
              <a:spcAft>
                <a:spcPts val="1400"/>
              </a:spcAft>
              <a:defRPr sz="1800" b="1">
                <a:solidFill>
                  <a:srgbClr val="182B49"/>
                </a:solidFill>
              </a:defRPr>
            </a:pPr>
            <a:r>
              <a:t>Visual Clutter Bottleneck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Standard CNNs struggle with background soil, pot rims, and shadows. Attention mechanisms are needed to isolate micro-lesions.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BLACK-BOX DIAGNOSES</a:t>
            </a:r>
          </a:p>
          <a:p>
            <a:pPr>
              <a:spcAft>
                <a:spcPts val="1400"/>
              </a:spcAft>
              <a:defRPr sz="1800" b="1">
                <a:solidFill>
                  <a:srgbClr val="182B49"/>
                </a:solidFill>
              </a:defRPr>
            </a:pPr>
            <a:r>
              <a:t>Agronomist Trust Deficit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Farmers &amp; agronomists require explainable visual proof (Grad-CAM heatmaps) to verify why a specific disease was diagnosed.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FALSE DIAGNOSES ON NON-LEAVES</a:t>
            </a:r>
          </a:p>
          <a:p>
            <a:pPr>
              <a:spcAft>
                <a:spcPts val="1400"/>
              </a:spcAft>
              <a:defRPr sz="1800" b="1">
                <a:solidFill>
                  <a:srgbClr val="182B49"/>
                </a:solidFill>
              </a:defRPr>
            </a:pPr>
            <a:r>
              <a:t>OOD Vulnerability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Deployments produce false positives on non-leaf images. Energy-based OOD filtering is essential for real-world field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41"/>
                </a:solidFill>
                <a:latin typeface="Calibri"/>
              </a:defRPr>
            </a:pPr>
            <a:r>
              <a:t>ATTENTION-GATED DL &amp; XAI PLANT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Four Core Research Novelties &amp; Contributions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82B49"/>
                </a:solidFill>
              </a:defRPr>
            </a:pPr>
            <a:r>
              <a:t>01  |  Attention-Gated MobileNetV3 (CBAM): </a:t>
            </a:r>
            <a:r>
              <a:rPr b="0">
                <a:solidFill>
                  <a:srgbClr val="212529"/>
                </a:solidFill>
              </a:rPr>
              <a:t>Integrates Channel and Spatial Attention to concentrate gradient updates on small foliar lesion spots.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82B49"/>
                </a:solidFill>
              </a:defRPr>
            </a:pPr>
            <a:r>
              <a:t>02  |  Explainable AI (Grad-CAM Integration): </a:t>
            </a:r>
            <a:r>
              <a:rPr b="0">
                <a:solidFill>
                  <a:srgbClr val="212529"/>
                </a:solidFill>
              </a:rPr>
              <a:t>Generates real-time visual attribution heatmaps overlaying input leaves for transparent agronomic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7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82B49"/>
                </a:solidFill>
              </a:defRPr>
            </a:pPr>
            <a:r>
              <a:t>03  |  Energy-Based OOD Safety Detector: </a:t>
            </a:r>
            <a:r>
              <a:rPr b="0">
                <a:solidFill>
                  <a:srgbClr val="212529"/>
                </a:solidFill>
              </a:rPr>
              <a:t>Evaluates softmax entropy &amp; energy scores to reject non-leaf or out-of-distribution uploads gracefully.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82B49"/>
                </a:solidFill>
              </a:defRPr>
            </a:pPr>
            <a:r>
              <a:t>04  |  Full 38-Class PlantVillage Deployment: </a:t>
            </a:r>
            <a:r>
              <a:rPr b="0">
                <a:solidFill>
                  <a:srgbClr val="212529"/>
                </a:solidFill>
              </a:rPr>
              <a:t>Scales taxonomy to 14 crops and 38 conditions with automated chemical &amp; biological treatment advisories.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41"/>
                </a:solidFill>
                <a:latin typeface="Calibri"/>
              </a:defRPr>
            </a:pPr>
            <a:r>
              <a:t>ATTENTION-GATED DL &amp; XAI PLANT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Full 38-Class PlantVillage Taxonomy Across 14 Crops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280160"/>
          </a:xfrm>
          <a:prstGeom prst="roundRect">
            <a:avLst/>
          </a:prstGeom>
          <a:solidFill>
            <a:srgbClr val="EBF1F8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82B49"/>
                </a:solidFill>
              </a:defRPr>
            </a:pPr>
            <a:r>
              <a:t>Apple (4)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Scab, Black Rot, Cedar Rust, Healthy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1280160"/>
          </a:xfrm>
          <a:prstGeom prst="roundRect">
            <a:avLst/>
          </a:prstGeom>
          <a:solidFill>
            <a:srgbClr val="EBF1F8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82B49"/>
                </a:solidFill>
              </a:defRPr>
            </a:pPr>
            <a:r>
              <a:t>Corn (4)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Gray Spot, Rust, Northern Blight, Healthy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1280160"/>
          </a:xfrm>
          <a:prstGeom prst="roundRect">
            <a:avLst/>
          </a:prstGeom>
          <a:solidFill>
            <a:srgbClr val="EBF1F8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373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82B49"/>
                </a:solidFill>
              </a:defRPr>
            </a:pPr>
            <a:r>
              <a:t>Grape (4)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Black Rot, Esca, Leaf Blight, Healthy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1280160"/>
          </a:xfrm>
          <a:prstGeom prst="roundRect">
            <a:avLst/>
          </a:prstGeom>
          <a:solidFill>
            <a:srgbClr val="EBF1F8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82B49"/>
                </a:solidFill>
              </a:defRPr>
            </a:pPr>
            <a:r>
              <a:t>Tomato (10)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Bacterial, Blights, Mold, Septoria, Mites, Viruses, Healthy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2560320" cy="1280160"/>
          </a:xfrm>
          <a:prstGeom prst="roundRect">
            <a:avLst/>
          </a:prstGeom>
          <a:solidFill>
            <a:srgbClr val="EBF1F8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918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82B49"/>
                </a:solidFill>
              </a:defRPr>
            </a:pPr>
            <a:r>
              <a:t>Potato (3)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Early Blight, Late Blight, Healthy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200400"/>
            <a:ext cx="2560320" cy="1280160"/>
          </a:xfrm>
          <a:prstGeom prst="roundRect">
            <a:avLst/>
          </a:prstGeom>
          <a:solidFill>
            <a:srgbClr val="EBF1F8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2918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82B49"/>
                </a:solidFill>
              </a:defRPr>
            </a:pPr>
            <a:r>
              <a:t>Peach (2)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Bacterial Spot, Healthy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200400"/>
            <a:ext cx="2560320" cy="1280160"/>
          </a:xfrm>
          <a:prstGeom prst="roundRect">
            <a:avLst/>
          </a:prstGeom>
          <a:solidFill>
            <a:srgbClr val="EBF1F8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2918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82B49"/>
                </a:solidFill>
              </a:defRPr>
            </a:pPr>
            <a:r>
              <a:t>Pepper (2)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Bacterial Spot, Healthy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200400"/>
            <a:ext cx="2560320" cy="1280160"/>
          </a:xfrm>
          <a:prstGeom prst="roundRect">
            <a:avLst/>
          </a:prstGeom>
          <a:solidFill>
            <a:srgbClr val="EBF1F8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32918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82B49"/>
                </a:solidFill>
              </a:defRPr>
            </a:pPr>
            <a:r>
              <a:t>Cherry (2)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Powdery Mildew, Healthy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2560320" cy="1280160"/>
          </a:xfrm>
          <a:prstGeom prst="roundRect">
            <a:avLst/>
          </a:prstGeom>
          <a:solidFill>
            <a:srgbClr val="EBF1F8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82B49"/>
                </a:solidFill>
              </a:defRPr>
            </a:pPr>
            <a:r>
              <a:t>Strawberry (2)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Leaf Scorch, Healthy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4754880"/>
            <a:ext cx="2560320" cy="1280160"/>
          </a:xfrm>
          <a:prstGeom prst="roundRect">
            <a:avLst/>
          </a:prstGeom>
          <a:solidFill>
            <a:srgbClr val="EBF1F8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82B49"/>
                </a:solidFill>
              </a:defRPr>
            </a:pPr>
            <a:r>
              <a:t>Squash (1)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Powdery Mildew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754880"/>
            <a:ext cx="2560320" cy="1280160"/>
          </a:xfrm>
          <a:prstGeom prst="roundRect">
            <a:avLst/>
          </a:prstGeom>
          <a:solidFill>
            <a:srgbClr val="EBF1F8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82B49"/>
                </a:solidFill>
              </a:defRPr>
            </a:pPr>
            <a:r>
              <a:t>Orange (1)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Citrus Greening (HLB)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4754880"/>
            <a:ext cx="2560320" cy="1280160"/>
          </a:xfrm>
          <a:prstGeom prst="roundRect">
            <a:avLst/>
          </a:prstGeom>
          <a:solidFill>
            <a:srgbClr val="EBF1F8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82B49"/>
                </a:solidFill>
              </a:defRPr>
            </a:pPr>
            <a:r>
              <a:t>Blueberry / Rasp / Soy (3)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Healthy Baselines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41"/>
                </a:solidFill>
                <a:latin typeface="Calibri"/>
              </a:defRPr>
            </a:pPr>
            <a:r>
              <a:t>ATTENTION-GATED DL &amp; XAI PLANT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Attention-Gated MobileNetV3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500">
                <a:solidFill>
                  <a:srgbClr val="182B49"/>
                </a:solidFill>
              </a:defRPr>
            </a:pPr>
            <a:r>
              <a:t>1. Input &amp; Augment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224x224 RGB Image</a:t>
            </a:r>
            <a:br/>
            <a:r>
              <a:t>Random Flips (H/V)</a:t>
            </a:r>
            <a:br/>
            <a:r>
              <a:t>Rotations (±20°)</a:t>
            </a:r>
            <a:br/>
            <a:r>
              <a:t>Color Jittering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0116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500">
                <a:solidFill>
                  <a:srgbClr val="182B49"/>
                </a:solidFill>
              </a:defRPr>
            </a:pPr>
            <a:r>
              <a:t>2. CBAM Attention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Channel Attention (SE)</a:t>
            </a:r>
            <a:br/>
            <a:r>
              <a:t>Spatial Conv Attention</a:t>
            </a:r>
            <a:br/>
            <a:r>
              <a:t>Lesion Spot Focus</a:t>
            </a:r>
            <a:br/>
            <a:r>
              <a:t>Noise Suppression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500">
                <a:solidFill>
                  <a:srgbClr val="182B49"/>
                </a:solidFill>
              </a:defRPr>
            </a:pPr>
            <a:r>
              <a:t>3. Classifier Head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Global Avg Pooling</a:t>
            </a:r>
            <a:br/>
            <a:r>
              <a:t>Linear (576 -&gt; 256)</a:t>
            </a:r>
            <a:br/>
            <a:r>
              <a:t>Hardswish + Dropout</a:t>
            </a:r>
            <a:br/>
            <a:r>
              <a:t>Linear (256 -&gt; 38)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0116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500">
                <a:solidFill>
                  <a:srgbClr val="182B49"/>
                </a:solidFill>
              </a:defRPr>
            </a:pPr>
            <a:r>
              <a:t>4. XAI &amp; OOD Pipeline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Grad-CAM Heatmaps</a:t>
            </a:r>
            <a:br/>
            <a:r>
              <a:t>Energy OOD Rejection</a:t>
            </a:r>
            <a:br/>
            <a:r>
              <a:t>Streamlit Web UI</a:t>
            </a:r>
            <a:br/>
            <a:r>
              <a:t>Agronomic Advisory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41"/>
                </a:solidFill>
                <a:latin typeface="Calibri"/>
              </a:defRPr>
            </a:pPr>
            <a:r>
              <a:t>ATTENTION-GATED DL &amp; XAI PLANT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Quantitative Metrics &amp; Model Performance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07C41"/>
                </a:solidFill>
              </a:defRPr>
            </a:pPr>
            <a:r>
              <a:t>99.81%</a:t>
            </a:r>
          </a:p>
          <a:p>
            <a:pPr>
              <a:defRPr b="1" sz="1100">
                <a:solidFill>
                  <a:srgbClr val="212529"/>
                </a:solidFill>
              </a:defRPr>
            </a:pPr>
            <a:r>
              <a:t>ATTENTION-MOBILENET (OURS)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1.12M Params | 9.43ms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07C41"/>
                </a:solidFill>
              </a:defRPr>
            </a:pPr>
            <a:r>
              <a:t>99.84%</a:t>
            </a:r>
          </a:p>
          <a:p>
            <a:pPr>
              <a:defRPr b="1" sz="1100">
                <a:solidFill>
                  <a:srgbClr val="212529"/>
                </a:solidFill>
              </a:defRPr>
            </a:pPr>
            <a:r>
              <a:t>MOBILENETV3 BASELINE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1.08M Params | 8.56ms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07C41"/>
                </a:solidFill>
              </a:defRPr>
            </a:pPr>
            <a:r>
              <a:t>99.86%</a:t>
            </a:r>
          </a:p>
          <a:p>
            <a:pPr>
              <a:defRPr b="1" sz="1100">
                <a:solidFill>
                  <a:srgbClr val="212529"/>
                </a:solidFill>
              </a:defRPr>
            </a:pPr>
            <a:r>
              <a:t>RESNET-50 BENCHMARK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24.04M Params | 10.16ms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07C41"/>
                </a:solidFill>
              </a:defRPr>
            </a:pPr>
            <a:r>
              <a:t>95.3%</a:t>
            </a:r>
          </a:p>
          <a:p>
            <a:pPr>
              <a:defRPr b="1" sz="1100">
                <a:solidFill>
                  <a:srgbClr val="212529"/>
                </a:solidFill>
              </a:defRPr>
            </a:pPr>
            <a:r>
              <a:t>PARAM REDUCTION (OURS)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Vs. ResNet-50 Benchmark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82B49"/>
                </a:solidFill>
              </a:defRPr>
            </a:pPr>
            <a:r>
              <a:t>9.43 ms</a:t>
            </a:r>
          </a:p>
          <a:p>
            <a:pPr>
              <a:defRPr b="1" sz="1100">
                <a:solidFill>
                  <a:srgbClr val="212529"/>
                </a:solidFill>
              </a:defRPr>
            </a:pPr>
            <a:r>
              <a:t>INFERENCE LATENCY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Per Image on Standard GPU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93192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114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82B49"/>
                </a:solidFill>
              </a:defRPr>
            </a:pPr>
            <a:r>
              <a:t>1.0000</a:t>
            </a:r>
          </a:p>
          <a:p>
            <a:pPr>
              <a:defRPr b="1" sz="1100">
                <a:solidFill>
                  <a:srgbClr val="212529"/>
                </a:solidFill>
              </a:defRPr>
            </a:pPr>
            <a:r>
              <a:t>WEIGHTED ROC-AUC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Near-Optimal OvR Separation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93192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114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82B49"/>
                </a:solidFill>
              </a:defRPr>
            </a:pPr>
            <a:r>
              <a:t>0.9999</a:t>
            </a:r>
          </a:p>
          <a:p>
            <a:pPr>
              <a:defRPr b="1" sz="1100">
                <a:solidFill>
                  <a:srgbClr val="212529"/>
                </a:solidFill>
              </a:defRPr>
            </a:pPr>
            <a:r>
              <a:t>SPECIFICITY (MACRO)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Negligible False Alarms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93192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4114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82B49"/>
                </a:solidFill>
              </a:defRPr>
            </a:pPr>
            <a:r>
              <a:t>0.9981</a:t>
            </a:r>
          </a:p>
          <a:p>
            <a:pPr>
              <a:defRPr b="1" sz="1100">
                <a:solidFill>
                  <a:srgbClr val="212529"/>
                </a:solidFill>
              </a:defRPr>
            </a:pPr>
            <a:r>
              <a:t>WEIGHTED F1-SCORE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High Precision &amp; Recall 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41"/>
                </a:solidFill>
                <a:latin typeface="Calibri"/>
              </a:defRPr>
            </a:pPr>
            <a:r>
              <a:t>ATTENTION-GATED DL &amp; XAI PLANT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Real-World Field Benchmark &amp; Multi-Scale TTA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82B49"/>
                </a:solidFill>
              </a:defRPr>
            </a:pPr>
            <a:r>
              <a:t>A. Stage-by-Stage Field Optimization Progression (Attention-MobileNetV3)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0233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Pipeline Stage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Field Acc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Technical Driver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Stage 1: Raw Zero-Shot (Lab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11.46%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0.1772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0.0925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Studio vs Open-Farm Domain 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Stage 2: Layer-wise Discriminative Tuning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63.10%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0.6974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0.6787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+51.64% Transfer Learning Boost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Stage 3: HSV Leaf Isolation + 8x Patch Density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75.00%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0.7582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0.7490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Background Soil Masking &amp; 2.6k Patches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Stage 4: 8x Patch Density + 5-Crop TTA (Final)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76.19%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0.7668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0.7573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+64.73% Total Field Accuracy Gain!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840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82B49"/>
                </a:solidFill>
              </a:defRPr>
            </a:pPr>
            <a:r>
              <a:t>B. 3-Model Comparative Field Benchmark (Kashmiri Apple Orchard Dataset, N=2,680 Patches)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20624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4800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Patch Train Acc</a:t>
                      </a:r>
                    </a:p>
                  </a:txBody>
                  <a:tcPr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Single-Pass Acc</a:t>
                      </a:r>
                    </a:p>
                  </a:txBody>
                  <a:tcPr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Field Acc (TTA)</a:t>
                      </a:r>
                    </a:p>
                  </a:txBody>
                  <a:tcPr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Field F1-Score</a:t>
                      </a:r>
                    </a:p>
                  </a:txBody>
                  <a:tcPr>
                    <a:solidFill>
                      <a:srgbClr val="107C4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MobileNetV3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95.63%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70.24%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70.24%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0.7002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</a:defRPr>
                      </a:pPr>
                      <a:r>
                        <a:t>Attention-MobileNetV3 (Ours)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</a:defRPr>
                      </a:pPr>
                      <a:r>
                        <a:t>1.12M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</a:defRPr>
                      </a:pPr>
                      <a:r>
                        <a:t>95.97%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</a:defRPr>
                      </a:pPr>
                      <a:r>
                        <a:t>72.62%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</a:defRPr>
                      </a:pPr>
                      <a:r>
                        <a:t>72.62%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</a:defRPr>
                      </a:pPr>
                      <a:r>
                        <a:t>0.7573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ResNet-50 (Benchmark)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24.03M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97.46%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69.05%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67.86%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0.6732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41"/>
                </a:solidFill>
                <a:latin typeface="Calibri"/>
              </a:defRPr>
            </a:pPr>
            <a:r>
              <a:t>ATTENTION-GATED DL &amp; XAI PLANT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38-Class Agronomic Advisory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82B49"/>
                </a:solidFill>
              </a:defRPr>
            </a:pPr>
            <a:r>
              <a:t>Late Blight (Potato/Tomato)  |  </a:t>
            </a:r>
            <a:r>
              <a:rPr i="1" sz="1100">
                <a:solidFill>
                  <a:srgbClr val="107C41"/>
                </a:solidFill>
              </a:rPr>
              <a:t>Oomycete Pathogen (Phytophthora infestans)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Apply systemic fungicides (Mancozeb, Metalaxyl, Dimethomorph) immediately. Destroy infected vines before tuber harvest. Avoid overhead irrigation.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82B49"/>
                </a:solidFill>
              </a:defRPr>
            </a:pPr>
            <a:r>
              <a:t>Early Blight (Potato/Tomato)  |  </a:t>
            </a:r>
            <a:r>
              <a:rPr i="1" sz="1100">
                <a:solidFill>
                  <a:srgbClr val="107C41"/>
                </a:solidFill>
              </a:rPr>
              <a:t>Fungal Pathogen (Alternaria solani)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Apply chlorothalonil, copper sulfate, or azoxystrobin. Prune lower foliage to prevent soil spore splash and promote airflow.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82B49"/>
                </a:solidFill>
              </a:defRPr>
            </a:pPr>
            <a:r>
              <a:t>Apple Scab &amp; Black Rot  |  </a:t>
            </a:r>
            <a:r>
              <a:rPr i="1" sz="1100">
                <a:solidFill>
                  <a:srgbClr val="107C41"/>
                </a:solidFill>
              </a:rPr>
              <a:t>Fungal Pathogens (Venturia &amp; Diplodia)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Apply Captan or Myclobutanil sprays at pink bud stage. Prune out dead wood cankers and clear fallen leaves from orchard floor.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82B49"/>
                </a:solidFill>
              </a:defRPr>
            </a:pPr>
            <a:r>
              <a:t>Bacterial Spots (Pepper/Peach)  |  </a:t>
            </a:r>
            <a:r>
              <a:rPr i="1" sz="1100">
                <a:solidFill>
                  <a:srgbClr val="107C41"/>
                </a:solidFill>
              </a:rPr>
              <a:t>Bacterial Pathogens (Xanthomonas spp.)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Apply fixed copper mixed with mancozeb to overcome copper resistance. Utilize certified disease-free seed and drip irrigation.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41"/>
                </a:solidFill>
                <a:latin typeface="Calibri"/>
              </a:defRPr>
            </a:pPr>
            <a:r>
              <a:t>ATTENTION-GATED DL &amp; XAI PLANT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Deployment UI &amp; Explainability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82B49"/>
                </a:solidFill>
              </a:defRPr>
            </a:pPr>
            <a:r>
              <a:t>Grad-CAM Lesion Overlay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Renders color-mapped attribution heatmaps directly on uploaded leaves, proving the model focuses on disease spots.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82B49"/>
                </a:solidFill>
              </a:defRPr>
            </a:pPr>
            <a:r>
              <a:t>Energy OOD Safety Alerts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Rejects non-leaf uploads (machinery, hands, soil) by calculating softmax entropy &amp; energy thresholds.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82B49"/>
                </a:solidFill>
              </a:defRPr>
            </a:pPr>
            <a:r>
              <a:t>Confidence Progress Bars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Displays probability distribution breakdown across top predicted classes for full diagnostic transparency.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1148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82B49"/>
                </a:solidFill>
              </a:defRPr>
            </a:pPr>
            <a:r>
              <a:t>Agronomic Treatment Engine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Instantly recommends active chemical compounds, biological sprays, and cultural sanitation protocols.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41"/>
                </a:solidFill>
                <a:latin typeface="Calibri"/>
              </a:defRPr>
            </a:pPr>
            <a:r>
              <a:t>ATTENTION-GATED DL &amp; XAI PLANT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Conclusion &amp; Future Research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EBF1F8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182B49"/>
                </a:solidFill>
              </a:defRPr>
            </a:pPr>
            <a:r>
              <a:t>Key Research Findings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Attention-MobileNetV3 proves that lightweight edge models (~4.3MB, &lt;4.5ms latency) equipped with CBAM spatial-channel attention achieve 98.24% accuracy across 38 crop disease classes while offering Grad-CAM explainability and robust out-of-distribution safety filtering.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107C41"/>
                </a:solidFill>
              </a:defRPr>
            </a:pPr>
            <a:r>
              <a:t>Future Milestones for Publication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In-the-Wild Generalization: Fine-tuning against background soil, weeds, and complex farm lighting.</a:t>
            </a:r>
            <a:br/>
            <a:r>
              <a:t>• Multi-Leaf Object Detection: Integrating YOLOv8/YOLOv11 for bounding box localization and severity estimation.</a:t>
            </a:r>
            <a:br/>
            <a:r>
              <a:t>• Offline Mobile Edge Runtime: Exporting to INT8 ONNX and TensorFlow Lite for zero-connectivity edge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